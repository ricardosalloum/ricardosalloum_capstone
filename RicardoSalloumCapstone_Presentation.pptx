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7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A (High/Perfect)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Standard</c:v>
                </c:pt>
                <c:pt idx="1">
                  <c:v>Doubled (2x)</c:v>
                </c:pt>
                <c:pt idx="2">
                  <c:v>Penta (5x)</c:v>
                </c:pt>
                <c:pt idx="3">
                  <c:v>Removed End</c:v>
                </c:pt>
                <c:pt idx="4">
                  <c:v>Unrelated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21.7</c:v>
                </c:pt>
                <c:pt idx="1">
                  <c:v>23.7</c:v>
                </c:pt>
                <c:pt idx="2">
                  <c:v>23</c:v>
                </c:pt>
                <c:pt idx="3">
                  <c:v>19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68-4018-92BB-C9AE8B2235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B (Medium)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Standard</c:v>
                </c:pt>
                <c:pt idx="1">
                  <c:v>Doubled (2x)</c:v>
                </c:pt>
                <c:pt idx="2">
                  <c:v>Penta (5x)</c:v>
                </c:pt>
                <c:pt idx="3">
                  <c:v>Removed End</c:v>
                </c:pt>
                <c:pt idx="4">
                  <c:v>Unrelated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</c:v>
                </c:pt>
                <c:pt idx="1">
                  <c:v>19</c:v>
                </c:pt>
                <c:pt idx="2">
                  <c:v>20.7</c:v>
                </c:pt>
                <c:pt idx="3">
                  <c:v>16.3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68-4018-92BB-C9AE8B2235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Tier C (Low)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Standard</c:v>
                </c:pt>
                <c:pt idx="1">
                  <c:v>Doubled (2x)</c:v>
                </c:pt>
                <c:pt idx="2">
                  <c:v>Penta (5x)</c:v>
                </c:pt>
                <c:pt idx="3">
                  <c:v>Removed End</c:v>
                </c:pt>
                <c:pt idx="4">
                  <c:v>Unrelated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10.7</c:v>
                </c:pt>
                <c:pt idx="1">
                  <c:v>13.3</c:v>
                </c:pt>
                <c:pt idx="2">
                  <c:v>16.7</c:v>
                </c:pt>
                <c:pt idx="3">
                  <c:v>14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68-4018-92BB-C9AE8B223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423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Classroom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Evaluation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Capstone Demo Presentation  ·  Ricardo Salloum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Unity 6  ·  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3.11+ 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Whisper  ·  Markov Attention  ·  LLM-based Qwen2.5 0.5B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8686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182880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Retention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182880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TTS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7889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System &amp; Statistics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78892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7889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374904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Limitations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749040"/>
            <a:ext cx="4023360" cy="749808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3749040"/>
            <a:ext cx="50292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374904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VR classroom simulation where virtual students listen to a real lecture through a microphone, then take an exam.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student has a different attention level, so they don't all hear the same thing.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Model how attention affects exam scores in a measurable, reproducible way, and give the teacher actionable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822960"/>
            <a:ext cx="3474720" cy="6583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40680" y="85953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Live Whisper transcription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627632"/>
            <a:ext cx="3474720" cy="6583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40680" y="166420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Markov-chain attention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2432304"/>
            <a:ext cx="3474720" cy="6583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0680" y="246888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answers exam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3236976"/>
            <a:ext cx="3474720" cy="6583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327355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Kokoro TTS student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4041648"/>
            <a:ext cx="3474720" cy="6583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4078224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MCQ exam + tier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 Architecture: Unity ↔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319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Unity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ClassroomManager.cs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scene orchestration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StudentAgent.cs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spawning &amp; exam flow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VoiceController.cs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mic capture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QuestioningManager.cs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TTS questions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ExamStats.cs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mean / median / StdDev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SimpleSlideshow.cs</a:t>
            </a:r>
            <a:r>
              <a:rPr lang="en-US" sz="1150" dirty="0">
                <a:solidFill>
                  <a:srgbClr val="0C4A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in-game PDF viewer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6858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15968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822960"/>
            <a:ext cx="3749040" cy="39319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822960"/>
            <a:ext cx="3749040" cy="41148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822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Backend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66360" y="132588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13624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AI: /send_lecture,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/ask_question, /answer_mcq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42316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4597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Agent_Voice.py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5005 · Whisper STT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/transcribe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352044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35570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Agent_TTS.py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3886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5003 · Kokoro TTS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/synthesize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Retention Model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Attention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student switches between ATTENTIVE and ZONED_OUT states word-by-word, producing realistic burst-style gaps rather than random scatter.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6858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1805940"/>
            <a:ext cx="15544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pdropout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560320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ZONED_OUT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15544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718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precover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Steady-state P(attentive) = p</a:t>
            </a:r>
            <a:r>
              <a:rPr lang="en-US" sz="1200" i="1" baseline="-25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recover</a:t>
            </a: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/ (</a:t>
            </a:r>
            <a:r>
              <a:rPr lang="en-US" sz="1200" i="1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</a:t>
            </a:r>
            <a:r>
              <a:rPr lang="en-US" sz="1200" i="1" baseline="-25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dropout</a:t>
            </a: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+ p</a:t>
            </a:r>
            <a:r>
              <a:rPr lang="en-US" sz="1200" i="1" baseline="-25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recover</a:t>
            </a: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8408"/>
              </p:ext>
            </p:extLst>
          </p:nvPr>
        </p:nvGraphicFramePr>
        <p:xfrm>
          <a:off x="457200" y="2788920"/>
          <a:ext cx="7863840" cy="17373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Tier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Profile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pdropout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precover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P(attentive)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Avg Zone (words)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Perfect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100%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High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0.035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~92%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2.9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Medium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0.100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0.340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~69%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5.6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Low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0.190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0.220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~35%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12.5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Pipeline Per Student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0020" y="1371600"/>
            <a:ext cx="150876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00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Lecture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Professor speech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87068" y="187452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88820" y="1371600"/>
            <a:ext cx="1508760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88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apply_blanking()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88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 sentences → [BLANKED]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5868" y="187452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17620" y="1371600"/>
            <a:ext cx="1508760" cy="10058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176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apply_markov_mask()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76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Markov chain → [ZONED]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4668" y="187452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46420" y="1371600"/>
            <a:ext cx="1508760" cy="10058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464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464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Fed to LLM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3468" y="187452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75220" y="1371600"/>
            <a:ext cx="150876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52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52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MCQ response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Repetition helps lower tiers more, each re-mention is a fresh Markov episode. Tier C with 5× repetition can beat Tier B baseline.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Zones are bursts, not random scatter → realistic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Tiers don't overlap → clean score separation without hard caps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Unrelated content → all agents score 0/25 (pure guessing)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TTS Pipeline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Pipeline: Transcription &amp; Student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ASR : Automatic Speech 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VoiceController.cs records mic continuously (1800 s buffer)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30-second chunks → Agent_Voice.py /transcribe (port 5005)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Whisper base (74M params), English forced, fp16 disabled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Filler-word cleanup regex: 'uh', 'um', 'like', 'you know'…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full-recording pass when lecture ends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023360" cy="3474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Student Questions via TTS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2344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QuestioningManager on cooldown (180 s first)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Asks every 150 s and picks random student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Keyword-overlap match from lecture snippet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 to Agent_TTS.py → Kokoro synthesis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WAV decoded → AudioSource in 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Details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2057400" cy="12801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chunk interval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587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3429000"/>
            <a:ext cx="2057400" cy="12801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604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38587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 (74M params)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2057400" cy="12801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TTS voice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8587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af_bella (Kokoro)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3429000"/>
            <a:ext cx="2057400" cy="12801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516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diversity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38587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American / British, M / F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System &amp; Statistics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End-of-Lecture MCQ Exam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822960"/>
            <a:ext cx="502920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Lecture ends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" y="12801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41732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SendLecture (parallel coroutines)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187452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students process context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6072" y="246888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260604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SubmitMCQ per question per student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" y="306324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LLM: best match → answer + confidence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76072" y="365760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379476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0584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ExamStats.cs: mean, median, StdDev per tier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76072" y="42519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438912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389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4400" y="4389120"/>
            <a:ext cx="502920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console + in-engine UI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63640" y="822960"/>
            <a:ext cx="25603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63640" y="822960"/>
            <a:ext cx="2560320" cy="3474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73368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SubmitMCQ Response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73368" y="123444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option student picks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Confidence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no_context flag (empty context → guess)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questions processed per student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Performance Across Test Variants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8503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Simulations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Alignment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A scores 21-24/25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B lands 13.7-17.0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C occasional recovery via Markov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Effect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23444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C (5×) = 16.7 → beats Tier B baseline (17.0)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A plateaus ~23 (analytical ceiling)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Reviewing content genuinely helps lower tiers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6052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29184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Unrelated content → 0/25 across all tiers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Removed end section → Q15,16,17,19 all 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cannot pull knowledge they didn't hear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In-Engine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29184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MCQ pipeline confirmed end-to-end in VR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console score streaming 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Contextual Q&amp;A keyword matching verified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1DF14-42ED-22D9-29DF-F7F86B81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43"/>
            <a:ext cx="9144000" cy="482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01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D1D46-B78D-5AFA-2C1A-F31CD3AF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119"/>
            <a:ext cx="9144000" cy="476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64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VR headset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GPU: GTX 1050 min, RTX 3060+ recommended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VRAM GPU (ASR + Embeddings + LLM in memory)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GB RAM (dev hardware), 32 GB recommended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023360" cy="3474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234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Unity 6 (free personal license)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3.11+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HuggingFace Transformers, FAISS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(3 independent local servers)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Kokoro TTS (PyTorch, fully offline)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" y="3273552"/>
            <a:ext cx="1664208" cy="1691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3273552"/>
            <a:ext cx="1664208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32735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3602736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 base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(74M params)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42062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Automatic Speech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47672" y="3273552"/>
            <a:ext cx="1664208" cy="1691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47672" y="3273552"/>
            <a:ext cx="1664208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0" y="32735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602736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Sentence-BERT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2062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384-dim semantic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similarity (22M)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30752" y="3273552"/>
            <a:ext cx="1664208" cy="1691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30752" y="3273552"/>
            <a:ext cx="1664208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94760" y="32735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3602736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ms-marco-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MiniLM-L-6-v2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42062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Cross-encoder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chunk re-ranking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13832" y="3273552"/>
            <a:ext cx="1664208" cy="1691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13832" y="3273552"/>
            <a:ext cx="1664208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32735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602736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Qwen2.5-0.5B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 (local)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42062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MCQ answering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question gen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96912" y="3273552"/>
            <a:ext cx="1664208" cy="16916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96912" y="3273552"/>
            <a:ext cx="1664208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60920" y="32735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3602736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Kokoro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(PyTorch)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4206240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Offline neural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TTS 12 voices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40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Works, and Where It Doesn't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27432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Lecture-heavy subjects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K-12 and liberal arts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Non-math high school</a:t>
            </a:r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 Light" pitchFamily="34" charset="0"/>
                <a:cs typeface="Calibri Light" pitchFamily="34" charset="-120"/>
              </a:rPr>
              <a:t>History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Biology &amp; nursing programs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knows: "ice floats because of density"</a:t>
            </a:r>
            <a:endParaRPr lang="en-US" sz="12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453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knows: "derivative = rate of change"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27432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Fails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Problem-solving courses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math &amp; STEM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Computer science &amp; engineering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NOT compute derivative of x³</a:t>
            </a:r>
            <a:endParaRPr lang="en-US" sz="12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F1D1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NOT compute density from M/V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703320"/>
            <a:ext cx="8503920" cy="100584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limitation: The attention model is simplified, no external knowledge. Agents are purely context-driven. This is intentional design, not a bug.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model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 tier separation, predictable steady-state attention probabilities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confirmed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cs typeface="Calibri Light" pitchFamily="34" charset="-120"/>
              </a:rPr>
              <a:t>Agents cannot answer what they didn't hear, 0% on removed content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helps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971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cs typeface="Calibri Light" pitchFamily="34" charset="-120"/>
              </a:rPr>
              <a:t>Mimics real pedagogy, reviewing material improves all tiers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in VR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8404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cs typeface="Calibri Light" pitchFamily="34" charset="-120"/>
              </a:rPr>
              <a:t>End-to-end tested: transcription → exam → live stats in-engine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Ricardo Salloum  ·  VR Classroom Teacher Evaluation System  ·  Capstone 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1093</Words>
  <Application>Microsoft Office PowerPoint</Application>
  <PresentationFormat>On-screen Show (16:9)</PresentationFormat>
  <Paragraphs>271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Classroom Teacher Evaluation System</dc:title>
  <dc:subject>PptxGenJS Presentation</dc:subject>
  <dc:creator>Ricardo Salloum</dc:creator>
  <cp:lastModifiedBy>RICARDO</cp:lastModifiedBy>
  <cp:revision>17</cp:revision>
  <dcterms:created xsi:type="dcterms:W3CDTF">2026-04-25T18:13:25Z</dcterms:created>
  <dcterms:modified xsi:type="dcterms:W3CDTF">2026-04-27T09:15:38Z</dcterms:modified>
</cp:coreProperties>
</file>